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7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536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937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58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736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867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283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74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416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731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344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379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120866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2236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704266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7634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8994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494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722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634248" y="473887"/>
            <a:ext cx="6238246" cy="9848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lang="en-IN" dirty="0"/>
          </a:p>
          <a:p>
            <a:pPr>
              <a:defRPr sz="4000" b="1"/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GrowMart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-`grow with us…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8358955" cy="43704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/>
              <a:t>                                 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Team: Team Sankalp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/>
          </a:p>
          <a:p>
            <a:r>
              <a:rPr lang="en-US" dirty="0"/>
              <a:t>                                 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Mentor: Suraj Mourya Sir</a:t>
            </a:r>
          </a:p>
          <a:p>
            <a:endParaRPr dirty="0"/>
          </a:p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Koushik(Frontend Developer &amp; Team Leader)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Manish Kashyap (Backend Developer)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Jyanesh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Naidu (AI Developer)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Yuvaraj (AI Developer)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48647" y="228600"/>
            <a:ext cx="3777381" cy="8617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32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5-Week Project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98060"/>
            <a:ext cx="7134325" cy="25853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1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Foundation Setup (Frontend UI, Backend setup, AI environment)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2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Core Features (Shop Profile, Product CRUD, AI preprocessing)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3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Inventory &amp; Notifications (Inventory UI, APIs, alerts)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4: AI Integration &amp; Advanced Features (Charts, AI insights)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5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Testing &amp; Deployment (Bug fixes, integration, cloud deployment)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457200"/>
            <a:ext cx="5172570" cy="135421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3200" b="1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Work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3200" b="1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956024" cy="424731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✅</a:t>
            </a:r>
            <a:r>
              <a:rPr lang="en-US" dirty="0"/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Completed: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Login/Signup Page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Dashboard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Add/Manage Products Page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Inventory Management Page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Notifications Panel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Profit/Loss &amp; Analytics Page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Customer Side Pages (Landing, Shop Profile, Product Details, Chat, Notifications)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Common Pages (Navbar, Profile, Settings)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Transport &amp; Best Item Suggestions UI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❌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Pending: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Communication Section (Chat window for Shopkeeper)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Error Pages (404, No Products Found)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Daily Market Price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457200"/>
            <a:ext cx="5465342" cy="8617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3200" b="1"/>
            </a:pPr>
            <a:r>
              <a:rPr lang="en-US" dirty="0"/>
              <a:t>                      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Work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6998454" cy="341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lang="en-US" dirty="0"/>
          </a:p>
          <a:p>
            <a:r>
              <a:rPr dirty="0"/>
              <a:t>✅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r>
              <a:rPr lang="en-US" dirty="0"/>
              <a:t>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Completed: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Authentication &amp; User Management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Secure Login/Signup System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Role-based Access Control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Database Design (Shops, Products, Customers, Inventory, Notifications)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APIs for CRUD operations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Inventory Management System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❌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Pending: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Store and Retrieve Daily Market Prices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Notifications System (Low-stock alerts, daily price updates)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B344B-547C-E1DB-F3B7-46ECEC772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245" y="624110"/>
            <a:ext cx="6401142" cy="5416767"/>
          </a:xfrm>
        </p:spPr>
        <p:txBody>
          <a:bodyPr>
            <a:no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Model Work</a:t>
            </a:r>
            <a:b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/>
              <a:t>✅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Completed:</a:t>
            </a:r>
            <a:b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&amp; User Management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Secure Login/Signup (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Supabase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Auth1)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Security Framework (Row Level Security - RLS)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Database Schema (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Supabase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RESTful API Endpoints (CRUD)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API Endpoint for Product Stock Update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Google Gemini API Integration (AI Smart Search)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AI Market Trend Analysis (BUY/SELL/HOLD)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❌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Pending:</a:t>
            </a:r>
            <a:b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Management System(Sales Table + Stock Decrement)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Notification System (Low-stock Alerts)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Seasonal Recommendation Engine (AI-based)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Final Testing &amp; Deployment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2102595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42</TotalTime>
  <Words>432</Words>
  <Application>Microsoft Office PowerPoint</Application>
  <PresentationFormat>On-screen Show (4:3)</PresentationFormat>
  <Paragraphs>59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Century Gothic</vt:lpstr>
      <vt:lpstr>Times New Roman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                                                              AI Model Work  ✅ Work Completed:  - Authentication &amp; User Management  - Secure Login/Signup (Supabase Auth1)  - Security Framework (Row Level Security - RLS)  - Database Schema (Supabase)  - RESTful API Endpoints (CRUD)  - API Endpoint for Product Stock Update  - Google Gemini API Integration (AI Smart Search)  - AI Market Trend Analysis (BUY/SELL/HOLD)   ❌ Work Pending:  - Inventory Management System(Sales Table + Stock Decrement)  - Notification System (Low-stock Alerts)  - Seasonal Recommendation Engine (AI-based)  - Final Testing &amp; Deployment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koushik chandaka</cp:lastModifiedBy>
  <cp:revision>4</cp:revision>
  <dcterms:created xsi:type="dcterms:W3CDTF">2013-01-27T09:14:16Z</dcterms:created>
  <dcterms:modified xsi:type="dcterms:W3CDTF">2025-09-20T05:33:16Z</dcterms:modified>
  <cp:category/>
</cp:coreProperties>
</file>